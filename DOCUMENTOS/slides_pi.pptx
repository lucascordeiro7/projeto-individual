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Open Sans" charset="1" panose="020B0606030504020204"/>
      <p:regular r:id="rId14"/>
    </p:embeddedFont>
    <p:embeddedFont>
      <p:font typeface="Bebas Neue Bold" charset="1" panose="020B0606020202050201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78781" cy="12267836"/>
          </a:xfrm>
          <a:custGeom>
            <a:avLst/>
            <a:gdLst/>
            <a:ahLst/>
            <a:cxnLst/>
            <a:rect r="r" b="b" t="t" l="l"/>
            <a:pathLst>
              <a:path h="12267836" w="18378781">
                <a:moveTo>
                  <a:pt x="0" y="0"/>
                </a:moveTo>
                <a:lnTo>
                  <a:pt x="18378781" y="0"/>
                </a:lnTo>
                <a:lnTo>
                  <a:pt x="18378781" y="12267836"/>
                </a:lnTo>
                <a:lnTo>
                  <a:pt x="0" y="12267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9721" y="3399452"/>
            <a:ext cx="9199338" cy="160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78"/>
              </a:lnSpc>
              <a:spcBef>
                <a:spcPct val="0"/>
              </a:spcBef>
            </a:pPr>
            <a:r>
              <a:rPr lang="en-US" b="true" sz="88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PROJETO </a:t>
            </a:r>
            <a:r>
              <a:rPr lang="en-US" b="true" sz="8841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ARCD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61161" y="4925864"/>
            <a:ext cx="87656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Mais que um esporte, uma filosofia de vida.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13437"/>
            <a:ext cx="19032108" cy="17055548"/>
          </a:xfrm>
          <a:custGeom>
            <a:avLst/>
            <a:gdLst/>
            <a:ahLst/>
            <a:cxnLst/>
            <a:rect r="r" b="b" t="t" l="l"/>
            <a:pathLst>
              <a:path h="17055548" w="19032108">
                <a:moveTo>
                  <a:pt x="0" y="0"/>
                </a:moveTo>
                <a:lnTo>
                  <a:pt x="19032108" y="0"/>
                </a:lnTo>
                <a:lnTo>
                  <a:pt x="19032108" y="17055548"/>
                </a:lnTo>
                <a:lnTo>
                  <a:pt x="0" y="17055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-20616" r="0" b="-2816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402338" y="298745"/>
            <a:ext cx="6505628" cy="9689510"/>
          </a:xfrm>
          <a:custGeom>
            <a:avLst/>
            <a:gdLst/>
            <a:ahLst/>
            <a:cxnLst/>
            <a:rect r="r" b="b" t="t" l="l"/>
            <a:pathLst>
              <a:path h="9689510" w="6505628">
                <a:moveTo>
                  <a:pt x="0" y="0"/>
                </a:moveTo>
                <a:lnTo>
                  <a:pt x="6505628" y="0"/>
                </a:lnTo>
                <a:lnTo>
                  <a:pt x="6505628" y="9689510"/>
                </a:lnTo>
                <a:lnTo>
                  <a:pt x="0" y="968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05" t="0" r="0" b="0"/>
            </a:stretch>
          </a:blipFill>
          <a:ln w="19050" cap="rnd">
            <a:solidFill>
              <a:srgbClr val="FFBD59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620030" y="748735"/>
            <a:ext cx="2769156" cy="12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2405" y="2213122"/>
            <a:ext cx="8891850" cy="366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omo conheci o Judô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Experiências no SESI, CREC e Arena Caixa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o esporte mudou minha vida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 que escolhi esse tema</a:t>
            </a:r>
          </a:p>
          <a:p>
            <a:pPr algn="l">
              <a:lnSpc>
                <a:spcPts val="591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32753" y="9351073"/>
            <a:ext cx="121024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89930" y="9651678"/>
            <a:ext cx="17698070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82491" y="690562"/>
            <a:ext cx="7983864" cy="7983864"/>
          </a:xfrm>
          <a:custGeom>
            <a:avLst/>
            <a:gdLst/>
            <a:ahLst/>
            <a:cxnLst/>
            <a:rect r="r" b="b" t="t" l="l"/>
            <a:pathLst>
              <a:path h="7983864" w="7983864">
                <a:moveTo>
                  <a:pt x="0" y="0"/>
                </a:moveTo>
                <a:lnTo>
                  <a:pt x="7983864" y="0"/>
                </a:lnTo>
                <a:lnTo>
                  <a:pt x="7983864" y="7983864"/>
                </a:lnTo>
                <a:lnTo>
                  <a:pt x="0" y="798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600" y="2079109"/>
            <a:ext cx="8891850" cy="312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ldade de organização das informações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Desejo de unir tecnologia com algo importante para mim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Retribuir ao esporte o que ele me proporcionou</a:t>
            </a:r>
          </a:p>
          <a:p>
            <a:pPr algn="l">
              <a:lnSpc>
                <a:spcPts val="50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81930" y="9351073"/>
            <a:ext cx="222670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93265" y="675710"/>
            <a:ext cx="5829776" cy="12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porquÊ DO PROJETO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0605" y="0"/>
            <a:ext cx="19138605" cy="10287000"/>
          </a:xfrm>
          <a:custGeom>
            <a:avLst/>
            <a:gdLst/>
            <a:ahLst/>
            <a:cxnLst/>
            <a:rect r="r" b="b" t="t" l="l"/>
            <a:pathLst>
              <a:path h="10287000" w="19138605">
                <a:moveTo>
                  <a:pt x="0" y="0"/>
                </a:moveTo>
                <a:lnTo>
                  <a:pt x="19138605" y="0"/>
                </a:lnTo>
                <a:lnTo>
                  <a:pt x="191386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5600" y="675708"/>
            <a:ext cx="4883111" cy="12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que é o projeto</a:t>
            </a:r>
          </a:p>
        </p:txBody>
      </p:sp>
      <p:sp>
        <p:nvSpPr>
          <p:cNvPr name="AutoShape 4" id="4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55600" y="2021959"/>
            <a:ext cx="8891850" cy="366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para gestão dos alunos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de turmas organzidas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e organização de dados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Apoio aos senseis</a:t>
            </a:r>
          </a:p>
          <a:p>
            <a:pPr algn="l">
              <a:lnSpc>
                <a:spcPts val="591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4588" y="9351073"/>
            <a:ext cx="217355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577" y="9351073"/>
            <a:ext cx="217377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89930" y="9651678"/>
            <a:ext cx="17698070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15645" y="-139602"/>
            <a:ext cx="6472355" cy="10566205"/>
          </a:xfrm>
          <a:custGeom>
            <a:avLst/>
            <a:gdLst/>
            <a:ahLst/>
            <a:cxnLst/>
            <a:rect r="r" b="b" t="t" l="l"/>
            <a:pathLst>
              <a:path h="10566205" w="6472355">
                <a:moveTo>
                  <a:pt x="0" y="0"/>
                </a:moveTo>
                <a:lnTo>
                  <a:pt x="6472355" y="0"/>
                </a:lnTo>
                <a:lnTo>
                  <a:pt x="6472355" y="10566204"/>
                </a:lnTo>
                <a:lnTo>
                  <a:pt x="0" y="1056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38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600" y="2079109"/>
            <a:ext cx="8891850" cy="504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Disciplin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construída nos treinos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Respeito aprendido dentro do tatame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Resiliência diante das dificuldades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Comprometimento com evolução pessoal e profissional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Gratidão pelas oportunidades proporcionadas pelo esporte</a:t>
            </a:r>
          </a:p>
          <a:p>
            <a:pPr algn="l">
              <a:lnSpc>
                <a:spcPts val="50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4401" y="9351073"/>
            <a:ext cx="237729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75708"/>
            <a:ext cx="7971298" cy="12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valores representados</a:t>
            </a:r>
          </a:p>
        </p:txBody>
      </p:sp>
      <p:sp>
        <p:nvSpPr>
          <p:cNvPr name="AutoShape 7" id="7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89930" y="9651678"/>
            <a:ext cx="17698070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162223" y="0"/>
            <a:ext cx="8277058" cy="10484729"/>
          </a:xfrm>
          <a:custGeom>
            <a:avLst/>
            <a:gdLst/>
            <a:ahLst/>
            <a:cxnLst/>
            <a:rect r="r" b="b" t="t" l="l"/>
            <a:pathLst>
              <a:path h="10484729" w="8277058">
                <a:moveTo>
                  <a:pt x="0" y="0"/>
                </a:moveTo>
                <a:lnTo>
                  <a:pt x="8277058" y="0"/>
                </a:lnTo>
                <a:lnTo>
                  <a:pt x="8277058" y="10484729"/>
                </a:lnTo>
                <a:lnTo>
                  <a:pt x="0" y="10484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243" t="0" r="-3452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600" y="2079109"/>
            <a:ext cx="8891850" cy="440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Planej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amento e estruturação da plataforma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Organização das funcionalidades e dados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Aprendizado técnico durante o desenvolvimento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 de experiências pessoais em solução tecnológica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Superação de dificuldades técnicas e pessoais</a:t>
            </a:r>
          </a:p>
          <a:p>
            <a:pPr algn="l">
              <a:lnSpc>
                <a:spcPts val="50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4567" y="9351073"/>
            <a:ext cx="237397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75708"/>
            <a:ext cx="7971298" cy="12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Desafios</a:t>
            </a:r>
          </a:p>
        </p:txBody>
      </p:sp>
      <p:sp>
        <p:nvSpPr>
          <p:cNvPr name="AutoShape 7" id="7"/>
          <p:cNvSpPr/>
          <p:nvPr/>
        </p:nvSpPr>
        <p:spPr>
          <a:xfrm>
            <a:off x="1900735" y="185808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44664"/>
            <a:ext cx="18288000" cy="16343935"/>
          </a:xfrm>
          <a:custGeom>
            <a:avLst/>
            <a:gdLst/>
            <a:ahLst/>
            <a:cxnLst/>
            <a:rect r="r" b="b" t="t" l="l"/>
            <a:pathLst>
              <a:path h="16343935" w="18288000">
                <a:moveTo>
                  <a:pt x="0" y="0"/>
                </a:moveTo>
                <a:lnTo>
                  <a:pt x="18288000" y="0"/>
                </a:lnTo>
                <a:lnTo>
                  <a:pt x="18288000" y="16343935"/>
                </a:lnTo>
                <a:lnTo>
                  <a:pt x="0" y="1634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24596" r="0" b="-245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24523" y="4218369"/>
            <a:ext cx="11038954" cy="159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78"/>
              </a:lnSpc>
              <a:spcBef>
                <a:spcPct val="0"/>
              </a:spcBef>
            </a:pPr>
            <a:r>
              <a:rPr lang="en-US" b="true" sz="88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AGRADECIMENTOS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DAHJvWFZyJw</dc:identifier>
  <dcterms:modified xsi:type="dcterms:W3CDTF">2011-08-01T06:04:30Z</dcterms:modified>
  <cp:revision>1</cp:revision>
  <dc:title>Foto de fundo overlay escura destaque para o nome do projeto</dc:title>
</cp:coreProperties>
</file>