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oppins Bold" charset="1" panose="00000800000000000000"/>
      <p:regular r:id="rId15"/>
    </p:embeddedFont>
    <p:embeddedFont>
      <p:font typeface="Open Sans" charset="1" panose="020B0606030504020204"/>
      <p:regular r:id="rId16"/>
    </p:embeddedFont>
    <p:embeddedFont>
      <p:font typeface="Bebas Neue Bold" charset="1" panose="020B0606020202050201"/>
      <p:regular r:id="rId17"/>
    </p:embeddedFont>
    <p:embeddedFont>
      <p:font typeface="Poppins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https://trello.com/invite/b/6a0dff47e81e4578d0b36315/ATTIf7887b6f123d73e3f351161d414814e7674E4FC9/projeto-arcd" TargetMode="External" Type="http://schemas.openxmlformats.org/officeDocument/2006/relationships/hyperlink"/><Relationship Id="rId6" Target="../media/image8.png" Type="http://schemas.openxmlformats.org/officeDocument/2006/relationships/image"/><Relationship Id="rId7" Target="https://github.com/LucasCordeiro7/projeto-individual.git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378781" cy="12267836"/>
          </a:xfrm>
          <a:custGeom>
            <a:avLst/>
            <a:gdLst/>
            <a:ahLst/>
            <a:cxnLst/>
            <a:rect r="r" b="b" t="t" l="l"/>
            <a:pathLst>
              <a:path h="12267836" w="18378781">
                <a:moveTo>
                  <a:pt x="0" y="0"/>
                </a:moveTo>
                <a:lnTo>
                  <a:pt x="18378781" y="0"/>
                </a:lnTo>
                <a:lnTo>
                  <a:pt x="18378781" y="12267836"/>
                </a:lnTo>
                <a:lnTo>
                  <a:pt x="0" y="122678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89721" y="3399452"/>
            <a:ext cx="9199338" cy="1604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78"/>
              </a:lnSpc>
              <a:spcBef>
                <a:spcPct val="0"/>
              </a:spcBef>
            </a:pPr>
            <a:r>
              <a:rPr lang="en-US" b="true" sz="884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PROJETO </a:t>
            </a:r>
            <a:r>
              <a:rPr lang="en-US" b="true" sz="8841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ARCD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61161" y="4925864"/>
            <a:ext cx="876567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Mais que um esporte, uma filosofia de vida.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513437"/>
            <a:ext cx="19032108" cy="17055548"/>
          </a:xfrm>
          <a:custGeom>
            <a:avLst/>
            <a:gdLst/>
            <a:ahLst/>
            <a:cxnLst/>
            <a:rect r="r" b="b" t="t" l="l"/>
            <a:pathLst>
              <a:path h="17055548" w="19032108">
                <a:moveTo>
                  <a:pt x="0" y="0"/>
                </a:moveTo>
                <a:lnTo>
                  <a:pt x="19032108" y="0"/>
                </a:lnTo>
                <a:lnTo>
                  <a:pt x="19032108" y="17055548"/>
                </a:lnTo>
                <a:lnTo>
                  <a:pt x="0" y="170555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0" t="-20616" r="0" b="-28168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956368" y="1877131"/>
            <a:ext cx="4169829" cy="0"/>
          </a:xfrm>
          <a:prstGeom prst="line">
            <a:avLst/>
          </a:prstGeom>
          <a:ln cap="flat" w="38100">
            <a:solidFill>
              <a:srgbClr val="FFBD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402338" y="298745"/>
            <a:ext cx="6505628" cy="9689510"/>
          </a:xfrm>
          <a:custGeom>
            <a:avLst/>
            <a:gdLst/>
            <a:ahLst/>
            <a:cxnLst/>
            <a:rect r="r" b="b" t="t" l="l"/>
            <a:pathLst>
              <a:path h="9689510" w="6505628">
                <a:moveTo>
                  <a:pt x="0" y="0"/>
                </a:moveTo>
                <a:lnTo>
                  <a:pt x="6505628" y="0"/>
                </a:lnTo>
                <a:lnTo>
                  <a:pt x="6505628" y="9689510"/>
                </a:lnTo>
                <a:lnTo>
                  <a:pt x="0" y="96895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705" t="0" r="0" b="0"/>
            </a:stretch>
          </a:blipFill>
          <a:ln w="19050" cap="rnd">
            <a:solidFill>
              <a:srgbClr val="FFBD59"/>
            </a:solidFill>
            <a:prstDash val="solid"/>
            <a:round/>
          </a:ln>
        </p:spPr>
      </p:sp>
      <p:sp>
        <p:nvSpPr>
          <p:cNvPr name="TextBox 5" id="5"/>
          <p:cNvSpPr txBox="true"/>
          <p:nvPr/>
        </p:nvSpPr>
        <p:spPr>
          <a:xfrm rot="0">
            <a:off x="1620030" y="748735"/>
            <a:ext cx="2769156" cy="1201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CONTEXTO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2405" y="2213122"/>
            <a:ext cx="8891850" cy="3669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591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omo conheci o Judô</a:t>
            </a:r>
          </a:p>
          <a:p>
            <a:pPr algn="l" marL="647700" indent="-323850" lvl="1">
              <a:lnSpc>
                <a:spcPts val="591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Experiências no SESI, CREC e Arena Caixa</a:t>
            </a:r>
          </a:p>
          <a:p>
            <a:pPr algn="l" marL="647700" indent="-323850" lvl="1">
              <a:lnSpc>
                <a:spcPts val="591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Como o esporte mudou minha vida</a:t>
            </a:r>
          </a:p>
          <a:p>
            <a:pPr algn="l" marL="647700" indent="-323850" lvl="1">
              <a:lnSpc>
                <a:spcPts val="591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Por que escolhi esse tema</a:t>
            </a:r>
          </a:p>
          <a:p>
            <a:pPr algn="l">
              <a:lnSpc>
                <a:spcPts val="591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32753" y="9351073"/>
            <a:ext cx="121024" cy="52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6"/>
              </a:lnSpc>
              <a:spcBef>
                <a:spcPct val="0"/>
              </a:spcBef>
            </a:pPr>
            <a:r>
              <a:rPr lang="en-US" sz="29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589930" y="9651678"/>
            <a:ext cx="17698070" cy="0"/>
          </a:xfrm>
          <a:prstGeom prst="line">
            <a:avLst/>
          </a:prstGeom>
          <a:ln cap="flat" w="38100">
            <a:solidFill>
              <a:srgbClr val="FFBD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482491" y="690562"/>
            <a:ext cx="7983864" cy="7983864"/>
          </a:xfrm>
          <a:custGeom>
            <a:avLst/>
            <a:gdLst/>
            <a:ahLst/>
            <a:cxnLst/>
            <a:rect r="r" b="b" t="t" l="l"/>
            <a:pathLst>
              <a:path h="7983864" w="7983864">
                <a:moveTo>
                  <a:pt x="0" y="0"/>
                </a:moveTo>
                <a:lnTo>
                  <a:pt x="7983864" y="0"/>
                </a:lnTo>
                <a:lnTo>
                  <a:pt x="7983864" y="7983864"/>
                </a:lnTo>
                <a:lnTo>
                  <a:pt x="0" y="79838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55600" y="2079109"/>
            <a:ext cx="8891850" cy="312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7208" indent="-278604" lvl="1">
              <a:lnSpc>
                <a:spcPts val="5084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Dificu</a:t>
            </a:r>
            <a:r>
              <a:rPr lang="en-US" sz="258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ldade de organização das informações</a:t>
            </a:r>
          </a:p>
          <a:p>
            <a:pPr algn="l" marL="557208" indent="-278604" lvl="1">
              <a:lnSpc>
                <a:spcPts val="5084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Desejo de unir tecnologia com algo importante para mim</a:t>
            </a:r>
          </a:p>
          <a:p>
            <a:pPr algn="l" marL="557208" indent="-278604" lvl="1">
              <a:lnSpc>
                <a:spcPts val="5084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Retribuir ao esporte o que ele me proporcionou</a:t>
            </a:r>
          </a:p>
          <a:p>
            <a:pPr algn="l">
              <a:lnSpc>
                <a:spcPts val="5084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84577" y="9351073"/>
            <a:ext cx="217377" cy="52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6"/>
              </a:lnSpc>
              <a:spcBef>
                <a:spcPct val="0"/>
              </a:spcBef>
            </a:pPr>
            <a:r>
              <a:rPr lang="en-US" sz="29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</a:p>
        </p:txBody>
      </p:sp>
      <p:sp>
        <p:nvSpPr>
          <p:cNvPr name="AutoShape 6" id="6"/>
          <p:cNvSpPr/>
          <p:nvPr/>
        </p:nvSpPr>
        <p:spPr>
          <a:xfrm>
            <a:off x="956368" y="1877131"/>
            <a:ext cx="4169829" cy="0"/>
          </a:xfrm>
          <a:prstGeom prst="line">
            <a:avLst/>
          </a:prstGeom>
          <a:ln cap="flat" w="38100">
            <a:solidFill>
              <a:srgbClr val="FFBD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393265" y="675710"/>
            <a:ext cx="5829776" cy="1201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 porquÊ DO PROJETO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50605" y="0"/>
            <a:ext cx="19138605" cy="10287000"/>
          </a:xfrm>
          <a:custGeom>
            <a:avLst/>
            <a:gdLst/>
            <a:ahLst/>
            <a:cxnLst/>
            <a:rect r="r" b="b" t="t" l="l"/>
            <a:pathLst>
              <a:path h="10287000" w="19138605">
                <a:moveTo>
                  <a:pt x="0" y="0"/>
                </a:moveTo>
                <a:lnTo>
                  <a:pt x="19138605" y="0"/>
                </a:lnTo>
                <a:lnTo>
                  <a:pt x="1913860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5600" y="675708"/>
            <a:ext cx="4883111" cy="1201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 que é o projeto</a:t>
            </a:r>
          </a:p>
        </p:txBody>
      </p:sp>
      <p:sp>
        <p:nvSpPr>
          <p:cNvPr name="AutoShape 4" id="4"/>
          <p:cNvSpPr/>
          <p:nvPr/>
        </p:nvSpPr>
        <p:spPr>
          <a:xfrm>
            <a:off x="956368" y="1877131"/>
            <a:ext cx="4169829" cy="0"/>
          </a:xfrm>
          <a:prstGeom prst="line">
            <a:avLst/>
          </a:prstGeom>
          <a:ln cap="flat" w="38100">
            <a:solidFill>
              <a:srgbClr val="FFBD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55600" y="2021959"/>
            <a:ext cx="8891850" cy="3669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591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Plataforma para gestão dos alunos</a:t>
            </a:r>
          </a:p>
          <a:p>
            <a:pPr algn="l" marL="647700" indent="-323850" lvl="1">
              <a:lnSpc>
                <a:spcPts val="591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Registro de turmas organzidas</a:t>
            </a:r>
          </a:p>
          <a:p>
            <a:pPr algn="l" marL="647700" indent="-323850" lvl="1">
              <a:lnSpc>
                <a:spcPts val="591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Dashboard e organização de dados</a:t>
            </a:r>
          </a:p>
          <a:p>
            <a:pPr algn="l" marL="647700" indent="-323850" lvl="1">
              <a:lnSpc>
                <a:spcPts val="591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Apoio aos senseis</a:t>
            </a:r>
          </a:p>
          <a:p>
            <a:pPr algn="l">
              <a:lnSpc>
                <a:spcPts val="591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84588" y="9351073"/>
            <a:ext cx="217355" cy="52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6"/>
              </a:lnSpc>
              <a:spcBef>
                <a:spcPct val="0"/>
              </a:spcBef>
            </a:pPr>
            <a:r>
              <a:rPr lang="en-US" sz="29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1963" y="9351073"/>
            <a:ext cx="222604" cy="52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6"/>
              </a:lnSpc>
              <a:spcBef>
                <a:spcPct val="0"/>
              </a:spcBef>
            </a:pPr>
            <a:r>
              <a:rPr lang="en-US" sz="29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12039" y="0"/>
            <a:ext cx="15440150" cy="10287000"/>
          </a:xfrm>
          <a:custGeom>
            <a:avLst/>
            <a:gdLst/>
            <a:ahLst/>
            <a:cxnLst/>
            <a:rect r="r" b="b" t="t" l="l"/>
            <a:pathLst>
              <a:path h="10287000" w="15440150">
                <a:moveTo>
                  <a:pt x="0" y="0"/>
                </a:moveTo>
                <a:lnTo>
                  <a:pt x="15440150" y="0"/>
                </a:lnTo>
                <a:lnTo>
                  <a:pt x="154401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009963" y="0"/>
            <a:ext cx="14860373" cy="10348695"/>
          </a:xfrm>
          <a:custGeom>
            <a:avLst/>
            <a:gdLst/>
            <a:ahLst/>
            <a:cxnLst/>
            <a:rect r="r" b="b" t="t" l="l"/>
            <a:pathLst>
              <a:path h="10348695" w="14860373">
                <a:moveTo>
                  <a:pt x="0" y="0"/>
                </a:moveTo>
                <a:lnTo>
                  <a:pt x="14860374" y="0"/>
                </a:lnTo>
                <a:lnTo>
                  <a:pt x="14860374" y="10348695"/>
                </a:lnTo>
                <a:lnTo>
                  <a:pt x="0" y="103486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>
              <a:fillRect l="-20849" t="0" r="0" b="0"/>
            </a:stretch>
          </a:blipFill>
        </p:spPr>
      </p:sp>
      <p:sp>
        <p:nvSpPr>
          <p:cNvPr name="Freeform 4" id="4">
            <a:hlinkClick r:id="rId5" tooltip="https://trello.com/invite/b/6a0dff47e81e4578d0b36315/ATTIf7887b6f123d73e3f351161d414814e7674E4FC9/projeto-arcd"/>
          </p:cNvPr>
          <p:cNvSpPr/>
          <p:nvPr/>
        </p:nvSpPr>
        <p:spPr>
          <a:xfrm flipH="false" flipV="false" rot="0">
            <a:off x="3350371" y="3461527"/>
            <a:ext cx="4106406" cy="4106406"/>
          </a:xfrm>
          <a:custGeom>
            <a:avLst/>
            <a:gdLst/>
            <a:ahLst/>
            <a:cxnLst/>
            <a:rect r="r" b="b" t="t" l="l"/>
            <a:pathLst>
              <a:path h="4106406" w="4106406">
                <a:moveTo>
                  <a:pt x="0" y="0"/>
                </a:moveTo>
                <a:lnTo>
                  <a:pt x="4106405" y="0"/>
                </a:lnTo>
                <a:lnTo>
                  <a:pt x="4106405" y="4106406"/>
                </a:lnTo>
                <a:lnTo>
                  <a:pt x="0" y="41064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222994" y="2006983"/>
            <a:ext cx="2361158" cy="1193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 spc="53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Trello</a:t>
            </a:r>
          </a:p>
        </p:txBody>
      </p:sp>
      <p:sp>
        <p:nvSpPr>
          <p:cNvPr name="AutoShape 6" id="6"/>
          <p:cNvSpPr/>
          <p:nvPr/>
        </p:nvSpPr>
        <p:spPr>
          <a:xfrm>
            <a:off x="3350371" y="3181735"/>
            <a:ext cx="4169829" cy="0"/>
          </a:xfrm>
          <a:prstGeom prst="line">
            <a:avLst/>
          </a:prstGeom>
          <a:ln cap="flat" w="38100">
            <a:solidFill>
              <a:srgbClr val="FFBD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>
            <a:hlinkClick r:id="rId7" tooltip="https://github.com/LucasCordeiro7/projeto-individual.git"/>
          </p:cNvPr>
          <p:cNvSpPr/>
          <p:nvPr/>
        </p:nvSpPr>
        <p:spPr>
          <a:xfrm flipH="false" flipV="false" rot="0">
            <a:off x="10248869" y="3374579"/>
            <a:ext cx="4280301" cy="4280301"/>
          </a:xfrm>
          <a:custGeom>
            <a:avLst/>
            <a:gdLst/>
            <a:ahLst/>
            <a:cxnLst/>
            <a:rect r="r" b="b" t="t" l="l"/>
            <a:pathLst>
              <a:path h="4280301" w="4280301">
                <a:moveTo>
                  <a:pt x="0" y="0"/>
                </a:moveTo>
                <a:lnTo>
                  <a:pt x="4280301" y="0"/>
                </a:lnTo>
                <a:lnTo>
                  <a:pt x="4280301" y="4280302"/>
                </a:lnTo>
                <a:lnTo>
                  <a:pt x="0" y="42803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84588" y="9351073"/>
            <a:ext cx="217355" cy="52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6"/>
              </a:lnSpc>
              <a:spcBef>
                <a:spcPct val="0"/>
              </a:spcBef>
            </a:pPr>
            <a:r>
              <a:rPr lang="en-US" sz="29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1963" y="9351073"/>
            <a:ext cx="222604" cy="52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6"/>
              </a:lnSpc>
              <a:spcBef>
                <a:spcPct val="0"/>
              </a:spcBef>
            </a:pPr>
            <a:r>
              <a:rPr lang="en-US" sz="29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223100" y="2006983"/>
            <a:ext cx="2331839" cy="1193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 spc="53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GITHUB</a:t>
            </a:r>
          </a:p>
        </p:txBody>
      </p:sp>
      <p:sp>
        <p:nvSpPr>
          <p:cNvPr name="AutoShape 11" id="11"/>
          <p:cNvSpPr/>
          <p:nvPr/>
        </p:nvSpPr>
        <p:spPr>
          <a:xfrm>
            <a:off x="10359341" y="3219835"/>
            <a:ext cx="4169829" cy="0"/>
          </a:xfrm>
          <a:prstGeom prst="line">
            <a:avLst/>
          </a:prstGeom>
          <a:ln cap="flat" w="38100">
            <a:solidFill>
              <a:srgbClr val="FFBD5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2148728"/>
          </a:xfrm>
          <a:custGeom>
            <a:avLst/>
            <a:gdLst/>
            <a:ahLst/>
            <a:cxnLst/>
            <a:rect r="r" b="b" t="t" l="l"/>
            <a:pathLst>
              <a:path h="12148728" w="18288000">
                <a:moveTo>
                  <a:pt x="0" y="0"/>
                </a:moveTo>
                <a:lnTo>
                  <a:pt x="18288000" y="0"/>
                </a:lnTo>
                <a:lnTo>
                  <a:pt x="18288000" y="12148728"/>
                </a:lnTo>
                <a:lnTo>
                  <a:pt x="0" y="121487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l="0" t="-49081" r="0" b="-5163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80551" y="3077862"/>
            <a:ext cx="7971298" cy="1201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ODS</a:t>
            </a:r>
            <a:r>
              <a:rPr lang="en-US" b="true" sz="6999">
                <a:solidFill>
                  <a:srgbClr val="FFBD5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3</a:t>
            </a:r>
            <a:r>
              <a:rPr lang="en-US" b="true" sz="6999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 sAÚDE E BEM eSTAR</a:t>
            </a:r>
          </a:p>
        </p:txBody>
      </p:sp>
      <p:sp>
        <p:nvSpPr>
          <p:cNvPr name="AutoShape 4" id="4"/>
          <p:cNvSpPr/>
          <p:nvPr/>
        </p:nvSpPr>
        <p:spPr>
          <a:xfrm>
            <a:off x="6681285" y="4260234"/>
            <a:ext cx="4169829" cy="0"/>
          </a:xfrm>
          <a:prstGeom prst="line">
            <a:avLst/>
          </a:prstGeom>
          <a:ln cap="flat" w="38100">
            <a:solidFill>
              <a:srgbClr val="FFBD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3430928" y="4434351"/>
            <a:ext cx="10670544" cy="144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9"/>
              </a:lnSpc>
            </a:pPr>
            <a:r>
              <a:rPr lang="en-US" sz="308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Assegurar uma vida </a:t>
            </a:r>
            <a:r>
              <a:rPr lang="en-US" sz="3080">
                <a:solidFill>
                  <a:srgbClr val="FFBD59"/>
                </a:solidFill>
                <a:latin typeface="Open Sans"/>
                <a:ea typeface="Open Sans"/>
                <a:cs typeface="Open Sans"/>
                <a:sym typeface="Open Sans"/>
              </a:rPr>
              <a:t>saudável </a:t>
            </a:r>
            <a:r>
              <a:rPr lang="en-US" sz="308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 promover o </a:t>
            </a:r>
            <a:r>
              <a:rPr lang="en-US" sz="3080">
                <a:solidFill>
                  <a:srgbClr val="FFBD59"/>
                </a:solidFill>
                <a:latin typeface="Open Sans"/>
                <a:ea typeface="Open Sans"/>
                <a:cs typeface="Open Sans"/>
                <a:sym typeface="Open Sans"/>
              </a:rPr>
              <a:t>bem-estar</a:t>
            </a:r>
            <a:r>
              <a:rPr lang="en-US" sz="308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para todos, em todas as idades.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4567" y="9351073"/>
            <a:ext cx="237397" cy="52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6"/>
              </a:lnSpc>
              <a:spcBef>
                <a:spcPct val="0"/>
              </a:spcBef>
            </a:pPr>
            <a:r>
              <a:rPr lang="en-US" sz="29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3080" y="9351597"/>
            <a:ext cx="237768" cy="524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6"/>
              </a:lnSpc>
              <a:spcBef>
                <a:spcPct val="0"/>
              </a:spcBef>
            </a:pPr>
            <a:r>
              <a:rPr lang="en-US" sz="29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589930" y="9651678"/>
            <a:ext cx="17698070" cy="0"/>
          </a:xfrm>
          <a:prstGeom prst="line">
            <a:avLst/>
          </a:prstGeom>
          <a:ln cap="flat" w="38100">
            <a:solidFill>
              <a:srgbClr val="FFBD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1815645" y="-139602"/>
            <a:ext cx="6472355" cy="10566205"/>
          </a:xfrm>
          <a:custGeom>
            <a:avLst/>
            <a:gdLst/>
            <a:ahLst/>
            <a:cxnLst/>
            <a:rect r="r" b="b" t="t" l="l"/>
            <a:pathLst>
              <a:path h="10566205" w="6472355">
                <a:moveTo>
                  <a:pt x="0" y="0"/>
                </a:moveTo>
                <a:lnTo>
                  <a:pt x="6472355" y="0"/>
                </a:lnTo>
                <a:lnTo>
                  <a:pt x="6472355" y="10566204"/>
                </a:lnTo>
                <a:lnTo>
                  <a:pt x="0" y="105662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38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55600" y="2079109"/>
            <a:ext cx="8891850" cy="5043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7208" indent="-278604" lvl="1">
              <a:lnSpc>
                <a:spcPts val="5084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Disciplin</a:t>
            </a:r>
            <a:r>
              <a:rPr lang="en-US" sz="258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construída nos treinos</a:t>
            </a:r>
          </a:p>
          <a:p>
            <a:pPr algn="l" marL="557208" indent="-278604" lvl="1">
              <a:lnSpc>
                <a:spcPts val="5084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Respeito aprendido dentro do tatame</a:t>
            </a:r>
          </a:p>
          <a:p>
            <a:pPr algn="l" marL="557208" indent="-278604" lvl="1">
              <a:lnSpc>
                <a:spcPts val="5084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Resiliência diante das dificuldades</a:t>
            </a:r>
          </a:p>
          <a:p>
            <a:pPr algn="l" marL="557208" indent="-278604" lvl="1">
              <a:lnSpc>
                <a:spcPts val="5084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Comprometimento com evolução pessoal e profissional</a:t>
            </a:r>
          </a:p>
          <a:p>
            <a:pPr algn="l" marL="557208" indent="-278604" lvl="1">
              <a:lnSpc>
                <a:spcPts val="5084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Gratidão pelas oportunidades proporcionadas pelo esporte</a:t>
            </a:r>
          </a:p>
          <a:p>
            <a:pPr algn="l">
              <a:lnSpc>
                <a:spcPts val="5084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74567" y="9351073"/>
            <a:ext cx="237397" cy="52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6"/>
              </a:lnSpc>
              <a:spcBef>
                <a:spcPct val="0"/>
              </a:spcBef>
            </a:pPr>
            <a:r>
              <a:rPr lang="en-US" sz="29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675708"/>
            <a:ext cx="7971298" cy="1201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valores representados</a:t>
            </a:r>
          </a:p>
        </p:txBody>
      </p:sp>
      <p:sp>
        <p:nvSpPr>
          <p:cNvPr name="AutoShape 7" id="7"/>
          <p:cNvSpPr/>
          <p:nvPr/>
        </p:nvSpPr>
        <p:spPr>
          <a:xfrm>
            <a:off x="956368" y="1877131"/>
            <a:ext cx="4169829" cy="0"/>
          </a:xfrm>
          <a:prstGeom prst="line">
            <a:avLst/>
          </a:prstGeom>
          <a:ln cap="flat" w="38100">
            <a:solidFill>
              <a:srgbClr val="FFBD5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589930" y="9651678"/>
            <a:ext cx="17698070" cy="0"/>
          </a:xfrm>
          <a:prstGeom prst="line">
            <a:avLst/>
          </a:prstGeom>
          <a:ln cap="flat" w="38100">
            <a:solidFill>
              <a:srgbClr val="FFBD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162223" y="0"/>
            <a:ext cx="8277058" cy="10484729"/>
          </a:xfrm>
          <a:custGeom>
            <a:avLst/>
            <a:gdLst/>
            <a:ahLst/>
            <a:cxnLst/>
            <a:rect r="r" b="b" t="t" l="l"/>
            <a:pathLst>
              <a:path h="10484729" w="8277058">
                <a:moveTo>
                  <a:pt x="0" y="0"/>
                </a:moveTo>
                <a:lnTo>
                  <a:pt x="8277058" y="0"/>
                </a:lnTo>
                <a:lnTo>
                  <a:pt x="8277058" y="10484729"/>
                </a:lnTo>
                <a:lnTo>
                  <a:pt x="0" y="104847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5243" t="0" r="-34527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55600" y="2079109"/>
            <a:ext cx="8891850" cy="4405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7208" indent="-278604" lvl="1">
              <a:lnSpc>
                <a:spcPts val="5084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Planej</a:t>
            </a:r>
            <a:r>
              <a:rPr lang="en-US" sz="258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amento e estruturação da plataforma</a:t>
            </a:r>
          </a:p>
          <a:p>
            <a:pPr algn="l" marL="557208" indent="-278604" lvl="1">
              <a:lnSpc>
                <a:spcPts val="5084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Organização das funcionalidades e dados</a:t>
            </a:r>
          </a:p>
          <a:p>
            <a:pPr algn="l" marL="557208" indent="-278604" lvl="1">
              <a:lnSpc>
                <a:spcPts val="5084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Aprendizado técnico durante o desenvolvimento</a:t>
            </a:r>
          </a:p>
          <a:p>
            <a:pPr algn="l" marL="557208" indent="-278604" lvl="1">
              <a:lnSpc>
                <a:spcPts val="5084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Transformação de experiências pessoais em solução tecnológica</a:t>
            </a:r>
          </a:p>
          <a:p>
            <a:pPr algn="l" marL="557208" indent="-278604" lvl="1">
              <a:lnSpc>
                <a:spcPts val="5084"/>
              </a:lnSpc>
              <a:buFont typeface="Arial"/>
              <a:buChar char="•"/>
            </a:pPr>
            <a:r>
              <a:rPr lang="en-US" sz="258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Superação de dificuldades técnicas e pessoais</a:t>
            </a:r>
          </a:p>
          <a:p>
            <a:pPr algn="l">
              <a:lnSpc>
                <a:spcPts val="5084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73238" y="9351073"/>
            <a:ext cx="240054" cy="52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6"/>
              </a:lnSpc>
              <a:spcBef>
                <a:spcPct val="0"/>
              </a:spcBef>
            </a:pPr>
            <a:r>
              <a:rPr lang="en-US" sz="29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675708"/>
            <a:ext cx="7971298" cy="1201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Desafios</a:t>
            </a:r>
          </a:p>
        </p:txBody>
      </p:sp>
      <p:sp>
        <p:nvSpPr>
          <p:cNvPr name="AutoShape 7" id="7"/>
          <p:cNvSpPr/>
          <p:nvPr/>
        </p:nvSpPr>
        <p:spPr>
          <a:xfrm>
            <a:off x="1900735" y="1858081"/>
            <a:ext cx="4169829" cy="0"/>
          </a:xfrm>
          <a:prstGeom prst="line">
            <a:avLst/>
          </a:prstGeom>
          <a:ln cap="flat" w="38100">
            <a:solidFill>
              <a:srgbClr val="FFBD5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744664"/>
            <a:ext cx="18288000" cy="16343935"/>
          </a:xfrm>
          <a:custGeom>
            <a:avLst/>
            <a:gdLst/>
            <a:ahLst/>
            <a:cxnLst/>
            <a:rect r="r" b="b" t="t" l="l"/>
            <a:pathLst>
              <a:path h="16343935" w="18288000">
                <a:moveTo>
                  <a:pt x="0" y="0"/>
                </a:moveTo>
                <a:lnTo>
                  <a:pt x="18288000" y="0"/>
                </a:lnTo>
                <a:lnTo>
                  <a:pt x="18288000" y="16343935"/>
                </a:lnTo>
                <a:lnTo>
                  <a:pt x="0" y="16343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-24596" r="0" b="-2459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24523" y="4218369"/>
            <a:ext cx="11038954" cy="1593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78"/>
              </a:lnSpc>
              <a:spcBef>
                <a:spcPct val="0"/>
              </a:spcBef>
            </a:pPr>
            <a:r>
              <a:rPr lang="en-US" b="true" sz="884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AGRADECIMENTOS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DAHJvWFZyJw</dc:identifier>
  <dcterms:modified xsi:type="dcterms:W3CDTF">2011-08-01T06:04:30Z</dcterms:modified>
  <cp:revision>1</cp:revision>
  <dc:title>Foto de fundo overlay escura destaque para o nome do projeto</dc:title>
</cp:coreProperties>
</file>